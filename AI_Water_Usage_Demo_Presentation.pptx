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Smart Water Usage &amp; Leakage Detection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1M1B – AI for Sustainability Virtual Internship</a:t>
            </a:r>
          </a:p>
          <a:p>
            <a:r>
              <a:t>SDG 6: Clean Water and Sanitation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Water wastage due to leakages and overuse</a:t>
            </a:r>
          </a:p>
          <a:p>
            <a:r>
              <a:t>• No real-time monitoring</a:t>
            </a:r>
          </a:p>
          <a:p>
            <a:r>
              <a:t>• Lack of awareness</a:t>
            </a:r>
          </a:p>
          <a:p>
            <a:r>
              <a:t>• Need for AI-driven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water usage analysis</a:t>
            </a:r>
          </a:p>
          <a:p>
            <a:r>
              <a:t>• Leakage detection using anomaly analysis</a:t>
            </a:r>
          </a:p>
          <a:p>
            <a:r>
              <a:t>• AI-powered recommendations</a:t>
            </a:r>
          </a:p>
          <a:p>
            <a:r>
              <a:t>• Conversational AI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 Usage Data → AI Pattern Analysis → Anomaly Detection → Leakage Alert → AI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AI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Alert: Usage 95% higher than average</a:t>
            </a:r>
          </a:p>
          <a:p>
            <a:r>
              <a:t>Possible leakage detected</a:t>
            </a:r>
          </a:p>
          <a:p>
            <a:r>
              <a:t>Recommendation: Fix leaks and use low-flow fixtures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Fair and unbiased</a:t>
            </a:r>
          </a:p>
          <a:p>
            <a:r>
              <a:t>• Transparent alerts</a:t>
            </a:r>
          </a:p>
          <a:p>
            <a:r>
              <a:t>• Privacy-focused</a:t>
            </a:r>
          </a:p>
          <a:p>
            <a:r>
              <a:t>• Advisory-only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water wastage</a:t>
            </a:r>
          </a:p>
          <a:p>
            <a:r>
              <a:t>• Early leakage detection</a:t>
            </a:r>
          </a:p>
          <a:p>
            <a:r>
              <a:t>• Lower water bills</a:t>
            </a:r>
          </a:p>
          <a:p>
            <a:r>
              <a:t>• Sustainable water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as a tool for sustainability</a:t>
            </a:r>
          </a:p>
          <a:p>
            <a:r>
              <a:t>Aligned with UN SDGs</a:t>
            </a:r>
          </a:p>
          <a:p>
            <a:r>
              <a:t>Responsible and impactful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